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ous-titr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u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du masque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Diapositive du gabarit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ecole">
  <a:themeElements>
    <a:fontScheme name="Ecole">
      <a:majorFont>
        <a:latin typeface="Calibri Light"/>
      </a:majorFont>
      <a:minorFont>
        <a:latin typeface="Calibri"/>
      </a:minorFont>
    </a:fontScheme>
  </a:themeElements>
</a:theme>
</file>